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Bakery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Name</a:t>
            </a:r>
          </a:p>
          <a:p>
            <a:r>
              <a:t>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sales data</a:t>
            </a:r>
          </a:p>
          <a:p>
            <a:r>
              <a:t>Understand customer behavior</a:t>
            </a:r>
          </a:p>
          <a:p>
            <a:r>
              <a:t>Improve business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data</a:t>
            </a:r>
          </a:p>
          <a:p>
            <a:r>
              <a:t>Items, DateTime, Daypart, DayType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Cleaned dataset</a:t>
            </a:r>
          </a:p>
          <a:p>
            <a:r>
              <a:t>Datetime conversion</a:t>
            </a:r>
          </a:p>
          <a:p>
            <a:r>
              <a:t>Feature extraction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Sales: 21K</a:t>
            </a:r>
          </a:p>
          <a:p>
            <a:r>
              <a:t>Orders: 9465</a:t>
            </a:r>
          </a:p>
          <a:p>
            <a:r>
              <a:t>Avg Items: 2.17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Morning peak sales</a:t>
            </a:r>
          </a:p>
          <a:p>
            <a:r>
              <a:t>Top items: Coffee, Bread</a:t>
            </a:r>
          </a:p>
          <a:p>
            <a:r>
              <a:t>Weekdays &gt; Weekends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selling products</a:t>
            </a:r>
          </a:p>
          <a:p>
            <a:r>
              <a:t>Sales by hour</a:t>
            </a:r>
          </a:p>
          <a:p>
            <a:r>
              <a:t>Customer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dashboard</a:t>
            </a:r>
          </a:p>
          <a:p>
            <a:r>
              <a:t>KPIs, trends, product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H0: No difference</a:t>
            </a:r>
          </a:p>
          <a:p>
            <a:r>
              <a:t>H1: Morning higher</a:t>
            </a:r>
          </a:p>
          <a:p>
            <a:r>
              <a:t>Result: Morning peak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Combo offers</a:t>
            </a:r>
          </a:p>
          <a:p>
            <a:r>
              <a:t>Morning staffing</a:t>
            </a:r>
          </a:p>
          <a:p>
            <a:r>
              <a:t>Evening discounts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morning demand</a:t>
            </a:r>
          </a:p>
          <a:p>
            <a:r>
              <a:t>Data-driven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